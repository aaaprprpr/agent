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5891"/>
    <a:srgbClr val="0E6C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1" d="100"/>
          <a:sy n="91" d="100"/>
        </p:scale>
        <p:origin x="66" y="480"/>
      </p:cViewPr>
      <p:guideLst>
        <p:guide orient="horz" pos="210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E:\ppt创作\3素材\商业\可以\6cb2e4283b4f748b95645fb0fc67abbb.png6cb2e4283b4f748b95645fb0fc67abbb"/>
          <p:cNvPicPr>
            <a:picLocks noChangeAspect="1"/>
          </p:cNvPicPr>
          <p:nvPr/>
        </p:nvPicPr>
        <p:blipFill>
          <a:blip r:embed="rId1"/>
          <a:srcRect l="4203" t="17520" r="4790" b="15753"/>
          <a:stretch>
            <a:fillRect/>
          </a:stretch>
        </p:blipFill>
        <p:spPr>
          <a:xfrm>
            <a:off x="-62865" y="2996039"/>
            <a:ext cx="12318365" cy="5153660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1080770" y="1851660"/>
            <a:ext cx="1049147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dirty="0" smtClean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字魂35号-经典雅黑" panose="02000000000000000000" charset="-122"/>
                <a:ea typeface="字魂35号-经典雅黑" panose="02000000000000000000" charset="-122"/>
              </a:rPr>
              <a:t>生命科学与健康学院第四</a:t>
            </a:r>
            <a:r>
              <a:rPr lang="zh-CN" altLang="en-US" sz="6600" dirty="0" smtClean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字魂35号-经典雅黑" panose="02000000000000000000" charset="-122"/>
                <a:ea typeface="字魂35号-经典雅黑" panose="02000000000000000000" charset="-122"/>
              </a:rPr>
              <a:t>期</a:t>
            </a:r>
            <a:endParaRPr lang="zh-CN" altLang="en-US" sz="6600" dirty="0" smtClean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字魂35号-经典雅黑" panose="02000000000000000000" charset="-122"/>
              <a:ea typeface="字魂35号-经典雅黑" panose="02000000000000000000" charset="-122"/>
            </a:endParaRPr>
          </a:p>
          <a:p>
            <a:pPr algn="ctr"/>
            <a:r>
              <a:rPr lang="zh-CN" altLang="en-US" sz="6600" dirty="0" smtClean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字魂35号-经典雅黑" panose="02000000000000000000" charset="-122"/>
                <a:ea typeface="字魂35号-经典雅黑" panose="02000000000000000000" charset="-122"/>
              </a:rPr>
              <a:t>“院领导接待日”</a:t>
            </a:r>
            <a:endParaRPr lang="zh-CN" altLang="en-US" sz="5335" dirty="0" smtClean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字魂35号-经典雅黑" panose="02000000000000000000" charset="-122"/>
              <a:ea typeface="字魂35号-经典雅黑" panose="02000000000000000000" charset="-122"/>
            </a:endParaRPr>
          </a:p>
          <a:p>
            <a:pPr algn="r"/>
            <a:r>
              <a:rPr lang="en-US" altLang="zh-CN" sz="3600" dirty="0" smtClean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字魂35号-经典雅黑" panose="02000000000000000000" charset="-122"/>
                <a:ea typeface="字魂35号-经典雅黑" panose="02000000000000000000" charset="-122"/>
              </a:rPr>
              <a:t>——</a:t>
            </a:r>
            <a:r>
              <a:rPr lang="zh-CN" altLang="en-US" sz="3600" dirty="0" smtClean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字魂35号-经典雅黑" panose="02000000000000000000" charset="-122"/>
                <a:ea typeface="字魂35号-经典雅黑" panose="02000000000000000000" charset="-122"/>
              </a:rPr>
              <a:t>主题座谈分享会</a:t>
            </a:r>
            <a:endParaRPr lang="zh-CN" altLang="en-US" sz="3600" dirty="0" smtClean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字魂35号-经典雅黑" panose="02000000000000000000" charset="-122"/>
              <a:ea typeface="字魂35号-经典雅黑" panose="020000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370" y="81280"/>
            <a:ext cx="2723515" cy="9131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7790" y="6263005"/>
            <a:ext cx="4521835" cy="594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 Bold" panose="02020503050405090304" charset="0"/>
                <a:cs typeface="Times New Roman Bold" panose="02020503050405090304" charset="0"/>
              </a:rPr>
              <a:t>2026.3.30</a:t>
            </a:r>
            <a:endParaRPr lang="en-US" altLang="zh-CN" sz="2800" b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96645" y="27622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accent1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笃志</a:t>
            </a:r>
            <a:r>
              <a:rPr lang="en-US" altLang="zh-CN" sz="2400" b="1">
                <a:solidFill>
                  <a:schemeClr val="accent1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·</a:t>
            </a:r>
            <a:r>
              <a:rPr lang="zh-CN" altLang="en-US" sz="2400" b="1">
                <a:solidFill>
                  <a:schemeClr val="accent1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近思</a:t>
            </a:r>
            <a:r>
              <a:rPr lang="en-US" altLang="zh-CN" sz="2400" b="1">
                <a:solidFill>
                  <a:schemeClr val="accent1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·</a:t>
            </a:r>
            <a:r>
              <a:rPr lang="zh-CN" altLang="en-US" sz="2400" b="1">
                <a:solidFill>
                  <a:schemeClr val="accent1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厚德</a:t>
            </a:r>
            <a:r>
              <a:rPr lang="en-US" altLang="zh-CN" sz="2400" b="1">
                <a:solidFill>
                  <a:schemeClr val="accent1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·</a:t>
            </a:r>
            <a:r>
              <a:rPr lang="zh-CN" altLang="en-US" sz="2400" b="1">
                <a:solidFill>
                  <a:schemeClr val="accent1"/>
                </a:solidFill>
                <a:effectLst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敦行</a:t>
            </a:r>
            <a:endParaRPr lang="zh-CN" altLang="en-US" sz="2400" b="1">
              <a:solidFill>
                <a:schemeClr val="accent1"/>
              </a:solidFill>
              <a:effectLst/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3"/>
          <a:srcRect l="1239" t="761" r="1239" b="1015"/>
          <a:stretch>
            <a:fillRect/>
          </a:stretch>
        </p:blipFill>
        <p:spPr>
          <a:xfrm>
            <a:off x="0" y="0"/>
            <a:ext cx="1080770" cy="1062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tags/tag1.xml><?xml version="1.0" encoding="utf-8"?>
<p:tagLst xmlns:p="http://schemas.openxmlformats.org/presentationml/2006/main">
  <p:tag name="KSO_WM_DOC_GUID" val="{88a4984d-ecbc-4c72-b240-b787ad7cb351}"/>
  <p:tag name="ISPRING_PRESENTATION_TITLE" val="PowerPoint 演示文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WPS 演示</Application>
  <PresentationFormat>宽屏</PresentationFormat>
  <Paragraphs>8</Paragraphs>
  <Slides>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字魂35号-经典雅黑</vt:lpstr>
      <vt:lpstr>黑体</vt:lpstr>
      <vt:lpstr>Times New Roman Bold</vt:lpstr>
      <vt:lpstr>等线</vt:lpstr>
      <vt:lpstr>Times New Roman</vt:lpstr>
      <vt:lpstr>微软雅黑</vt:lpstr>
      <vt:lpstr>Arial Unicode MS</vt:lpstr>
      <vt:lpstr>等线 Light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草莓物语</cp:lastModifiedBy>
  <cp:revision>16</cp:revision>
  <dcterms:created xsi:type="dcterms:W3CDTF">2025-10-15T11:22:00Z</dcterms:created>
  <dcterms:modified xsi:type="dcterms:W3CDTF">2026-03-27T08:55:05Z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6390C957F317BA2FD87BEF682C436697_42</vt:lpwstr>
  </property>
</Properties>
</file>